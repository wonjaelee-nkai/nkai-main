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예측 AI 플랫폼  ·  IR 피치덱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0" y="164592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59536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74320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953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수집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384048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9536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내러티브 복원율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493776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FDS 실무 경력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217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 Inc.  ·  뉴린카이로스에이아이(주)  ·  2026.03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인간의 행동 패턴은 예측 가능하지만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AI는 과거만 본다.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60분 전 경고 시스템이 없다.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6344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6344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9224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솔루션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9224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특허 알고리즘 융합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베이지안 × ROC × 비지도학습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딥러닝 — Living Profile™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5488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시장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8368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멘탈헬스 600조 + AI개인화 400조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교차점 선점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 시행 — 컴플라이언스 필수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경쟁우위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 특허 방어선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창업자 20년 FDS 실무 경력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자가 실증 완료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6344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6344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224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9224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 500~1,000만원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 (금융·헬스케어)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5488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95488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8368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PoC 결과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8368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N-Score: 52 → 74 (+42%)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복원율(NRA): 97.3%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예측 적중률 검증 중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인생은 세 번입니다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148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선택하지 않은 출발점.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타고난 기질·DNA·환경이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기준선(Baseline)이 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1584" y="1554480"/>
            <a:ext cx="3605784" cy="4389120"/>
          </a:xfrm>
          <a:prstGeom prst="rect">
            <a:avLst/>
          </a:prstGeom>
          <a:solidFill>
            <a:srgbClr val="1A223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018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0184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0184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살아가다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0184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0184" y="3200400"/>
            <a:ext cx="3148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매일의 선택이 쌓이는 시간.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N-Kai가 60분 전에 경고합니다.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우리가 존재하는 이유입니다.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5968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45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54568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54568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남기다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54568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4568" y="3200400"/>
            <a:ext cx="3148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떠난 뒤 남는 것.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기록된 삶이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세대의 내비게이터가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— 기술 방어선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엔진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진화형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 엔진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Evolving Kairos Persona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선천기질(사주) + 후천성향(KIPA) 융합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DNA 아키타입 16형 생성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진화형 Living Profile 구동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베이지안 추론 (동적 갱신)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ROC 임계치 보정 (T-60 경보)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비지도학습 군집화 (16형 분류)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딥러닝 포괄 적용 (진화 학습)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특허-2025-0156080 (심사청구 완료)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21558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1558" y="1417320"/>
            <a:ext cx="268147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4438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15918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엔진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4438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기질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4438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Relationship Matching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04438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4438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 벡터 기반 인간관계 적합도 산출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16형 아키타입 간 궁합 매핑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HR·소셜 플랫폼 적용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8718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4438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4438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아키타입 벡터 유사도 분석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기질 충돌/공명 지수 산출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관계 적합도 스코어링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군집 기반 매칭 최적화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58718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85916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5916" y="1417320"/>
            <a:ext cx="2681478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8796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0276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엔진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8796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아키타입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웰니스 추천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8796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Recommendation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68796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8796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아키타입별 웰니스 최적 루틴 설계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9축 웰니스 벡터 실시간 모니터링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분류: G16H 20/00 (디지털헬스)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3076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68796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9축 웰니스 상태벡터 h(t) 갱신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추천 모델 학습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행동 패턴 이탈 탐지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N-Score 실시간 산출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23076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0274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0274" y="1417320"/>
            <a:ext cx="268147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3154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44634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엔진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33154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변수 분석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33154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AI Feedback Learning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3154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3154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변수 융합 예측 모델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루프 기반 지속 학습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타이밍 추천 엔진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87434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3154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33154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다차원 변수 가중 융합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 피드백 학습 루프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예측 모델 진화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딥러닝 신경망 포괄 적용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87434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법이 시장을 만들었습니다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363626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2026.01 시행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한국, 세계 최초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투명성 확보 의무(§31) — 설명 가능 AI 필수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안전성 확보 의무(§32) — 위험도 평가 필수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고영향 AI 규제(§33~35) — 프라이버시 금지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2027년~ 과태료 3,000만 · 영업정지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6344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6344" y="1078992"/>
            <a:ext cx="36362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시장 규모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59224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선점자 우위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9224" y="1828800"/>
            <a:ext cx="3316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1,000조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59224" y="2404872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멘탈헬스 시장 600조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9224" y="2606040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개인화 시장 400조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59224" y="2807208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기업 98% 대응체계 미비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59224" y="3008376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교차점에 경쟁자 없음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5488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5488" y="1078992"/>
            <a:ext cx="36362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8368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선례: 법이 유니콘을 만든다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8368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→ 필수화 패턴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8368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→ OneTrust 유니콘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8368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SOX법 → 컴플라이언스 SaaS 수조원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8368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PCI-DSS → FDS 시장 창출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8368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AI기본법 → N-Kai 포지션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5545836" cy="1783080"/>
          </a:xfrm>
          <a:prstGeom prst="rect">
            <a:avLst/>
          </a:prstGeom>
          <a:solidFill>
            <a:srgbClr val="FFF8E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타이밍: 지금이 골든윈도우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→ 기업 적응 기간 12~24개월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선출원 완료 — 후발주자 진입 장벽 완성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 협의 중 — 금융권 실증 기회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5916" y="3502152"/>
            <a:ext cx="5545836" cy="1783080"/>
          </a:xfrm>
          <a:prstGeom prst="rect">
            <a:avLst/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 글로벌 확장성: 아시아 8개국 로드맵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8796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PoC → 일본 미니엔진(2026 Q4) → 홍콩·싱가폴 B2B(2027 Q2)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 미은행 인구 3~4억명 · 중국 八字 AI 붐 · 아시아 8개국 순차 확장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 · 시장별 현지화 — 수직 확장 무제한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앱이 아닙니다. SDK입니다.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B2B 라이선스 구조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카드사 앱 탑재 → 보이스피싱 차단 엔진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헬스케어 앱 탑재 → 번아웃 경보 시스템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797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금융사 탑재 → 행동 기반 신용평가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638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같은 엔진, 다른 얼굴 — 수직 확장 무제한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54480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라이선스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92024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1~5억/건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80760" y="2468880"/>
            <a:ext cx="1578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계약 기준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33944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1104" y="1554480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과금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71104" y="192024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건당 과금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71104" y="2468880"/>
            <a:ext cx="1578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스케일업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924288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61448" y="1554480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61448" y="192024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 계약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61448" y="2468880"/>
            <a:ext cx="1578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 전용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43484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체결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PoC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21558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1558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8718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58718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58718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SDK 출시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컨소시엄 참가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 과제 진행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5916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5916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3076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23076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3076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 라운드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3명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5호 출원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50274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0274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7434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87434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87434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미니엔진 MVP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HK·SG B2B 접촉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 자가 실증 데이터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69519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기간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2025.09.11 법인설립~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6986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6986" y="1143000"/>
            <a:ext cx="269519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9866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9986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(최종)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9866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52점 → +42%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6772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6772" y="1143000"/>
            <a:ext cx="269519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9652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5965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복원율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9652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 일관성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36558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6558" y="1143000"/>
            <a:ext cx="269519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9438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454건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19438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거래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19438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패턴 원천 데이터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06040"/>
            <a:ext cx="554583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15768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4대 알고리즘 검증 결과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" y="3154680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베이지안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22회 갱신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209544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사후확률 0.99+ 달성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" y="3529584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임계치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초과 22회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584448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T-60 경고 전원 적중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" y="3904488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 C8~C12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959352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5극 DNA 완전 분화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" y="4279392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엔진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궤적 완성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334256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드리프트 포착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5916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5916" y="2606040"/>
            <a:ext cx="55458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8796" y="2715768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6개월간 발견된 행동법칙 11개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68796" y="3172968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크레이빙 3일 포화 법칙 — 3일 연속 동일 메뉴 후 전환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68796" y="3429000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충족되지 않은 의도 법칙 — 음식 카테고리 크로스오버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68796" y="3685032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3분 자기교정 법칙 — ROC 경고 후 3분 내 행동 수정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68796" y="3941064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음주 복귀 법칙 — 금주 후 재음주 시 클러스터 이동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68796" y="4197096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유제품 보충 법칙 — 매운 식사 후 유제품 필수 보충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68796" y="4453128"/>
            <a:ext cx="5225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무료식사 행동 법칙 — 외식 빈도 40% 감소 패턴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846320"/>
            <a:ext cx="11274552" cy="804672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4846320"/>
            <a:ext cx="54864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001768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'데이터를 쌓는 앱'이 아닙니다. 데이터를 읽어 당신의 다음 선택을 예측하는 엔진입니다.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팀과 지식재산권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FDS팀 20년 — 이상거래탐지 1위 달성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누적 성과 70억원 이상 실현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AI·데이터 기반 행동 예측 실무 경험 20년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753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 후 창업 — 4개월 만에 법인·특허·PoC 완성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507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62088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99248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99248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97696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856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34856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추천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34856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33304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33304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0464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570464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행운 숫자 추천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70464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11274552" cy="804672"/>
          </a:xfrm>
          <a:prstGeom prst="rect">
            <a:avLst/>
          </a:prstGeom>
          <a:solidFill>
            <a:srgbClr val="0D1A0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548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280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IP 포트폴리오 완성  —  특허 4건 + 상표 3건  =  총 7건  ·  후발주자 진입 장벽 구축 완료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85800" y="515721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펜스 전략 설계 완료  ·  Sprint 특허법인 이석기 변리사 협업  ·  2025.10 전건 동시 출원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교차점에 아직 아무도 없습니다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MBTI/심리검사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7438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8878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08876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316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심리상담 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70314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1754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81328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636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65376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47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행동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(T-60)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15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98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방어선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83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서버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0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7438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8878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7438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8878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신체만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47438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8878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7438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8878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클라우드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47438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8878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AI행동특허없음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7438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8878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08876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0316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08876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0316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08876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0316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08876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0316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상담사 공유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08876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00316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08876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00316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370314" y="1481328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1754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선천 기질 DNA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370314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61754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카드+행동 실시간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70314" y="2249424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61754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60분 전 경고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370314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61754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ZKP 기반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370314" y="3017520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61754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4건 출원완료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70314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1754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SDK 핵심 전략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39227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N-Kai만이 기질 × 실시간 행동 × 예측을 융합한 유일한 플레이어입니다.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334256"/>
            <a:ext cx="363626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특허 방어선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40080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 출원 완료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대기업도 우회 불가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진입 비용 무한대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276344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6344" y="4334256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59224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선점자 효과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4459224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의무화 타이밍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형성 전 포지션 선점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95488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95488" y="4334256"/>
            <a:ext cx="363626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8368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단일 플레이어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78368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기질+행동+예측 융합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유일한 조합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 즉시 배포 가능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기술이 왜 이 사람에게서 나왔는가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858000" cy="32918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918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FDS팀 20년 — 카드 이상거래탐지 1위 달성, 누적 성과 70억 이상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63347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AI·데이터 기반 행동 예측 실무 20년 경력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07238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수술(2022.09) → 퇴사(2025.06) → 법인설립(2025.09.11)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5112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4개월 만에 특허 4건 출원 + 6개월 실증 데이터 완성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1417320"/>
            <a:ext cx="4187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600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26680" y="2039112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2219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25146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+ SDK 상용화 런웨이 확보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2816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26680" y="31089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500~1,000만원 · 첫 번째 수익 레퍼런스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26680" y="341071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370332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금융사·헬스케어·통신사 LOI 연결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40050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바우처·정부과제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4297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+ 초창팩 연계 지원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solidFill>
            <a:srgbClr val="1A1A2E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92040"/>
            <a:ext cx="54864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56632"/>
            <a:ext cx="10908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남이 나를 어떻게 보느냐가 아니라, 내가 나를 어떻게 보느냐.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그것이 우리 기술이고, 철학이고, 존재 이유입니다.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08076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 ·  Life is 3 Times  ·  contact@n-kai.com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🌏  글로벌 확장 로드맵  — Asia-First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SDK × 8개국 순차 진출 · TAM $1.2T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1031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현재 진행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078992"/>
            <a:ext cx="4434840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  ·  2027 Q1  (선발대: 일본)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52360" y="1078992"/>
            <a:ext cx="4279392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3385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  ·  2027 Q2~  (HK·SG B2B)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00200"/>
            <a:ext cx="21031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🇰🇷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실증 6개월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N-Score 74 (+42%)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NRA 97.3%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 454건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롯데카드 LOI → 상용화 기반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8892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8036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🇯🇵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558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8036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미니엔진 선발대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8036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점성술 앱 CAGR 20%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8036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특허③④ 직접 적합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88036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규제장벽 최소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8036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351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행동예측+운세 융합 신장르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2~3축 경량 MVP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2064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🇮🇩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68756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1208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인도네시아·베트남·필리핀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미은행 인구 3~4억명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핀테크 급성장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모바일 퍼스트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1208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8523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 기반 대안 신용평가 SDK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5236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52360" y="1600200"/>
            <a:ext cx="21031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4380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🇭🇰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01928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홍콩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4380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레퍼런스 이후 진입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4380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4380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 수용률 52%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54380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93%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438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크로스보더 1위 전망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4380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1695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UHNW 행동기반 자산관리 레이어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555480" y="1600200"/>
            <a:ext cx="2176272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555480" y="1600200"/>
            <a:ext cx="217627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28632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6469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🇸🇬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10122408" y="190195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싱가폴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9646920" y="22585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B2B 거점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646920" y="2496312"/>
            <a:ext cx="199339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46920" y="25877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85%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646920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MAS 샌드박스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646920" y="339242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패밀리오피스 급증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646920" y="3867912"/>
            <a:ext cx="199339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20072" y="394106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아시아 전체 영업 거점 확보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5010912"/>
            <a:ext cx="11274552" cy="566928"/>
          </a:xfrm>
          <a:prstGeom prst="rect">
            <a:avLst/>
          </a:prstGeom>
          <a:solidFill>
            <a:srgbClr val="1A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501091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" y="5074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 Phase 3 (2028+)  ·  중국: 八字 AI 붐 폭발 · 판멘탈헬스 시장 ¥104억(약 2조원)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40080" y="5321808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전략: 홍콩 GBA 경유 간접 진출 · '행동과학 AI 웰니스' 포지셔닝 (운세 앱 규제 회피) · 동남아 행동 신용평가 레버리지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🇯🇵  Japan Mini-Engine MVP  — Phase 2-A 선발대 전략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9축 → 3축 경량화  ·  特許③④ 직접 적용  ·  B2C Freemium → B2B 데이터 레버리지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5303520" cy="4041648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54864" cy="40416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탑재 축 선택  —  9축 중 3축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591056"/>
            <a:ext cx="49377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0078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00784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73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 소비 행동 DNA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20208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消費行動パターン  ·  特許① 카이로스 페르소나 엔진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3113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데이터 기반 — 한국 6개월 실증 454건 완료. 일본 전자결제 데이터와 직결. 행동 지문 생성 핵심축.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9806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98064"/>
            <a:ext cx="45720" cy="9875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871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 타이밍 예측 (골든타임)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1181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ゴールデンタイム予測  ·  特許① ROC 임계치 보정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332841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점성술 핵심 니즈 = '언제 행동하면 좋은가'. 행동 패턴 기반 골든타임 계산 → 星占い와 직접 연결. 차별화 최강 포인트.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95344"/>
            <a:ext cx="45720" cy="9875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9684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9  개인화 행운 숫자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21538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パーソナル・ラッキーナンバー  ·  特許④ 행운 숫자 추천 알고리즘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442569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특허④ 그 자체. 생년월일+행동데이터 기반 AI 행운 숫자 산출. 일본 MZ세대 점성술 앱 1위 니즈와 완벽 정합. 월 구독 전환율 최고.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5742432" cy="1901952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078992"/>
            <a:ext cx="54864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887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💴  수익 모델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554480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158191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기본 DNA 지문만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1956816"/>
            <a:ext cx="5376672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¥980/월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198424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3축 풀 + 골든타임 알림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359152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¥1,980/월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38658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보고서 +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9320" y="2798064"/>
            <a:ext cx="5742432" cy="30632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798064"/>
            <a:ext cx="54864" cy="2999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9077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실행 타임라인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3273552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101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0488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4888" y="338328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현지화 파트너 탐색 · 3축 엔진 경량화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3895344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90488" y="41696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04888" y="400507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출시 (JP) · MAU 축적 시작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4517136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45537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90488" y="4791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04888" y="462686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전환 · 행동 데이터 DB 완성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72200" y="5138928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51755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90488" y="54132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104888" y="524865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MAU → HK·SG B2B 영업 실탄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943600"/>
            <a:ext cx="11274552" cy="530352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062472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가설  :  일본 MAU × 행동 데이터 = 홍콩·싱가폴 B2B 영업의 '이중 레퍼런스'  →  투자자 설득력 2배 상승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2026-03-08T12:06:11Z</dcterms:created>
  <dcterms:modified xsi:type="dcterms:W3CDTF">2026-03-08T12:06:11Z</dcterms:modified>
</cp:coreProperties>
</file>