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39719" cy="1800454"/>
  <p:notesSz cx="1800454" cy="32397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39719" cy="1800454"/>
          </a:xfrm>
          <a:prstGeom prst="rect">
            <a:avLst/>
          </a:prstGeom>
          <a:solidFill>
            <a:srgbClr val="070C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" cy="1080272"/>
          </a:xfrm>
          <a:prstGeom prst="rect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80272"/>
            <a:ext cx="36576" cy="720181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17927" y="1828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38551" y="1828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UV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109728" y="91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" y="36576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0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WON-JAE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09728" y="50292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대표이사  ·  Founder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09728" y="667512"/>
            <a:ext cx="713232" cy="128016"/>
          </a:xfrm>
          <a:prstGeom prst="roundRect">
            <a:avLst>
              <a:gd name="adj" fmla="val 28571"/>
            </a:avLst>
          </a:prstGeom>
          <a:solidFill>
            <a:srgbClr val="0D1E30"/>
          </a:solidFill>
          <a:ln w="6350">
            <a:solidFill>
              <a:srgbClr val="7C5BF0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" y="66751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C5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Profile®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109728" y="822960"/>
            <a:ext cx="3011119" cy="0"/>
          </a:xfrm>
          <a:prstGeom prst="line">
            <a:avLst/>
          </a:prstGeom>
          <a:noFill/>
          <a:ln w="6350">
            <a:solidFill>
              <a:srgbClr val="E8C55B">
                <a:alpha val="3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" y="84124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4A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First. Prediction Follows.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109728" y="1033272"/>
            <a:ext cx="54864" cy="54864"/>
          </a:xfrm>
          <a:prstGeom prst="ellipse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" y="100584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010-3816-6178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109728" y="1170432"/>
            <a:ext cx="54864" cy="54864"/>
          </a:xfrm>
          <a:prstGeom prst="ellipse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1168" y="114300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wonjae.lee@neurinkairosai.ai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109728" y="1307592"/>
            <a:ext cx="54864" cy="54864"/>
          </a:xfrm>
          <a:prstGeom prst="ellipse">
            <a:avLst/>
          </a:prstGeom>
          <a:solidFill>
            <a:srgbClr val="7C5BF0"/>
          </a:solidFill>
          <a:ln w="12700">
            <a:solidFill>
              <a:srgbClr val="7C5B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1168" y="12801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neurinkairosai.com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39719" cy="1800454"/>
          </a:xfrm>
          <a:prstGeom prst="rect">
            <a:avLst/>
          </a:prstGeom>
          <a:solidFill>
            <a:srgbClr val="0810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79906" cy="36576"/>
          </a:xfrm>
          <a:prstGeom prst="rect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906" y="0"/>
            <a:ext cx="1079906" cy="36576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9813" y="0"/>
            <a:ext cx="1079906" cy="36576"/>
          </a:xfrm>
          <a:prstGeom prst="rect">
            <a:avLst/>
          </a:prstGeom>
          <a:solidFill>
            <a:srgbClr val="7C5BF0"/>
          </a:solidFill>
          <a:ln w="12700">
            <a:solidFill>
              <a:srgbClr val="7C5B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" y="5486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91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N-KAI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8912" y="30175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5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Neurin Kairos AI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73152" y="457200"/>
            <a:ext cx="530352" cy="155448"/>
          </a:xfrm>
          <a:prstGeom prst="roundRect">
            <a:avLst>
              <a:gd name="adj" fmla="val 23529"/>
            </a:avLst>
          </a:prstGeom>
          <a:solidFill>
            <a:srgbClr val="1A1200"/>
          </a:solidFill>
          <a:ln w="6350">
            <a:solidFill>
              <a:srgbClr val="C9921A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" y="45720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99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PREDICT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658368" y="457200"/>
            <a:ext cx="530352" cy="155448"/>
          </a:xfrm>
          <a:prstGeom prst="roundRect">
            <a:avLst>
              <a:gd name="adj" fmla="val 23529"/>
            </a:avLst>
          </a:prstGeom>
          <a:solidFill>
            <a:srgbClr val="001220"/>
          </a:solidFill>
          <a:ln w="6350">
            <a:solidFill>
              <a:srgbClr val="5AA8FF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5720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DATA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1243584" y="457200"/>
            <a:ext cx="530352" cy="155448"/>
          </a:xfrm>
          <a:prstGeom prst="roundRect">
            <a:avLst>
              <a:gd name="adj" fmla="val 23529"/>
            </a:avLst>
          </a:prstGeom>
          <a:solidFill>
            <a:srgbClr val="0A1628"/>
          </a:solidFill>
          <a:ln w="635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45720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ORIGIN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2617927" y="73152"/>
            <a:ext cx="530352" cy="502920"/>
          </a:xfrm>
          <a:prstGeom prst="rect">
            <a:avLst/>
          </a:prstGeom>
          <a:solidFill>
            <a:srgbClr val="060B1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17927" y="731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55B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599639" y="53949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neurinkairosai.com</a:t>
            </a:r>
            <a:endParaRPr lang="en-US" sz="400" dirty="0"/>
          </a:p>
        </p:txBody>
      </p:sp>
      <p:sp>
        <p:nvSpPr>
          <p:cNvPr id="18" name="Text 15"/>
          <p:cNvSpPr/>
          <p:nvPr/>
        </p:nvSpPr>
        <p:spPr>
          <a:xfrm>
            <a:off x="73152" y="713232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spc="100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73152" y="8046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뉴린카이로스에이아이(주)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914400" y="713232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spc="100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BIZ REG.</a:t>
            </a:r>
            <a:endParaRPr lang="en-US" sz="450" dirty="0"/>
          </a:p>
        </p:txBody>
      </p:sp>
      <p:sp>
        <p:nvSpPr>
          <p:cNvPr id="21" name="Text 18"/>
          <p:cNvSpPr/>
          <p:nvPr/>
        </p:nvSpPr>
        <p:spPr>
          <a:xfrm>
            <a:off x="914400" y="8046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172-87-03400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73152" y="932688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spc="100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</a:t>
            </a:r>
            <a:endParaRPr lang="en-US" sz="450" dirty="0"/>
          </a:p>
        </p:txBody>
      </p:sp>
      <p:sp>
        <p:nvSpPr>
          <p:cNvPr id="23" name="Text 20"/>
          <p:cNvSpPr/>
          <p:nvPr/>
        </p:nvSpPr>
        <p:spPr>
          <a:xfrm>
            <a:off x="73152" y="10241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neurinkairosai.com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914400" y="932688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spc="100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FOUNDED</a:t>
            </a:r>
            <a:endParaRPr lang="en-US" sz="450" dirty="0"/>
          </a:p>
        </p:txBody>
      </p:sp>
      <p:sp>
        <p:nvSpPr>
          <p:cNvPr id="25" name="Text 22"/>
          <p:cNvSpPr/>
          <p:nvPr/>
        </p:nvSpPr>
        <p:spPr>
          <a:xfrm>
            <a:off x="914400" y="10241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2025.09.11, Seoul</a:t>
            </a:r>
            <a:endParaRPr lang="en-US" sz="550" dirty="0"/>
          </a:p>
        </p:txBody>
      </p:sp>
      <p:sp>
        <p:nvSpPr>
          <p:cNvPr id="26" name="Shape 23"/>
          <p:cNvSpPr/>
          <p:nvPr/>
        </p:nvSpPr>
        <p:spPr>
          <a:xfrm>
            <a:off x="73152" y="1572768"/>
            <a:ext cx="3093415" cy="0"/>
          </a:xfrm>
          <a:prstGeom prst="line">
            <a:avLst/>
          </a:prstGeom>
          <a:noFill/>
          <a:ln w="381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" y="159105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i="1" dirty="0">
                <a:solidFill>
                  <a:srgbClr val="4A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First. Prediction Follows.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2026-03-20T01:52:54Z</dcterms:created>
  <dcterms:modified xsi:type="dcterms:W3CDTF">2026-03-20T01:52:54Z</dcterms:modified>
</cp:coreProperties>
</file>