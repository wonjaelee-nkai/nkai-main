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C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8C55B"/>
          </a:solidFill>
          <a:ln w="12700">
            <a:solidFill>
              <a:srgbClr val="E8C5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7C5BF0"/>
          </a:solidFill>
          <a:ln w="12700">
            <a:solidFill>
              <a:srgbClr val="7C5B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N-KAI 명함 제작 가이드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Card Production Specification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2743200" cy="0"/>
          </a:xfrm>
          <a:prstGeom prst="line">
            <a:avLst/>
          </a:prstGeom>
          <a:noFill/>
          <a:ln w="12700">
            <a:solidFill>
              <a:srgbClr val="E8C5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34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발주처: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뉴린카이로스에이아이 주식회사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담당자: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이원재 대표이사  |  010-3816-6178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474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작성일: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2026.03.20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C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C55B"/>
          </a:solidFill>
          <a:ln w="12700">
            <a:solidFill>
              <a:srgbClr val="E8C5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C5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기본 규격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1645920" cy="347472"/>
          </a:xfrm>
          <a:prstGeom prst="rect">
            <a:avLst/>
          </a:prstGeom>
          <a:solidFill>
            <a:srgbClr val="0D1E30"/>
          </a:solidFill>
          <a:ln w="6350">
            <a:solidFill>
              <a:srgbClr val="E8C55B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48840" y="100584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90mm × 50mm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99616"/>
            <a:ext cx="1645920" cy="347472"/>
          </a:xfrm>
          <a:prstGeom prst="rect">
            <a:avLst/>
          </a:prstGeom>
          <a:solidFill>
            <a:srgbClr val="0D1E30"/>
          </a:solidFill>
          <a:ln w="6350">
            <a:solidFill>
              <a:srgbClr val="E8C55B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996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재단선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48840" y="1517904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재단 여유 2mm 블리드 포함 (94 × 54mm)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1645920" cy="347472"/>
          </a:xfrm>
          <a:prstGeom prst="rect">
            <a:avLst/>
          </a:prstGeom>
          <a:solidFill>
            <a:srgbClr val="0D1E30"/>
          </a:solidFill>
          <a:ln w="6350">
            <a:solidFill>
              <a:srgbClr val="E8C55B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116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48840" y="202996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350g 아트지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523744"/>
            <a:ext cx="1645920" cy="347472"/>
          </a:xfrm>
          <a:prstGeom prst="rect">
            <a:avLst/>
          </a:prstGeom>
          <a:solidFill>
            <a:srgbClr val="0D1E30"/>
          </a:solidFill>
          <a:ln w="6350">
            <a:solidFill>
              <a:srgbClr val="E8C55B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237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48840" y="254203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무광(매트) 양면 코팅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035808"/>
            <a:ext cx="1645920" cy="347472"/>
          </a:xfrm>
          <a:prstGeom prst="rect">
            <a:avLst/>
          </a:prstGeom>
          <a:solidFill>
            <a:srgbClr val="0D1E30"/>
          </a:solidFill>
          <a:ln w="6350">
            <a:solidFill>
              <a:srgbClr val="E8C55B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358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인쇄방식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48840" y="3054096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CMYK 4도 인쇄 (별색 없음)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547872"/>
            <a:ext cx="1645920" cy="347472"/>
          </a:xfrm>
          <a:prstGeom prst="rect">
            <a:avLst/>
          </a:prstGeom>
          <a:solidFill>
            <a:srgbClr val="0D1E30"/>
          </a:solidFill>
          <a:ln w="6350">
            <a:solidFill>
              <a:srgbClr val="E8C55B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478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특수공정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48840" y="356616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앞면 큐브 로고 영역 부분UV (UV 영역 별도 지정)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059936"/>
            <a:ext cx="1645920" cy="347472"/>
          </a:xfrm>
          <a:prstGeom prst="rect">
            <a:avLst/>
          </a:prstGeom>
          <a:solidFill>
            <a:srgbClr val="0D1E30"/>
          </a:solidFill>
          <a:ln w="6350">
            <a:solidFill>
              <a:srgbClr val="E8C55B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599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48840" y="4078224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협의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C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5AA8FF"/>
          </a:solidFill>
          <a:ln w="12700">
            <a:solidFill>
              <a:srgbClr val="5AA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A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컬러 시스템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02920" cy="411480"/>
          </a:xfrm>
          <a:prstGeom prst="rect">
            <a:avLst/>
          </a:prstGeom>
          <a:solidFill>
            <a:srgbClr val="E8C55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1155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#E8C55B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48840" y="9144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C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CMYK: C5  M18  Y70  K0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48840" y="1115568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큐브 상단면 · 좌측 세로바 상단 · 뒷면 상단바 1/3 · Living Profile® 배지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572768"/>
            <a:ext cx="502920" cy="411480"/>
          </a:xfrm>
          <a:prstGeom prst="rect">
            <a:avLst/>
          </a:prstGeom>
          <a:solidFill>
            <a:srgbClr val="5AA8FF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572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17739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#5AA8FF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48840" y="15727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C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CMYK: C64  M28  Y0  K0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48840" y="177393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큐브 좌측면 · 좌측 세로바 하단 · 뒷면 상단바 2/3 · DATA 배지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231136"/>
            <a:ext cx="502920" cy="411480"/>
          </a:xfrm>
          <a:prstGeom prst="rect">
            <a:avLst/>
          </a:prstGeom>
          <a:solidFill>
            <a:srgbClr val="7C5BF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2311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4323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#7C5BF0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48840" y="22311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C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CMYK: C74  M62  Y0  K0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48840" y="2432304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뒷면 상단바 3/3 · 연락처 웹사이트 점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889504"/>
            <a:ext cx="502920" cy="411480"/>
          </a:xfrm>
          <a:prstGeom prst="rect">
            <a:avLst/>
          </a:prstGeom>
          <a:solidFill>
            <a:srgbClr val="070C14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28895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0906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#070C14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48840" y="28895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C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CMYK: C93  M85  Y55  K75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48840" y="309067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앞면 배경 전체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547872"/>
            <a:ext cx="502920" cy="411480"/>
          </a:xfrm>
          <a:prstGeom prst="rect">
            <a:avLst/>
          </a:prstGeom>
          <a:solidFill>
            <a:srgbClr val="0A1628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35478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3749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#0A1628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48840" y="35478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C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CMYK: C95  M80  Y45  K65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148840" y="374904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큐브 우측면 · 뒷면 배경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4206240"/>
            <a:ext cx="50292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42062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" y="44074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#F1F5F9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148840" y="4206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C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CMYK: C0  M0  Y0  K1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148840" y="4407408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 · N-KAI 워드마크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C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C55B"/>
          </a:solidFill>
          <a:ln w="12700">
            <a:solidFill>
              <a:srgbClr val="E8C5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C5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앞면 디자인 명세 (FRONT)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58952"/>
            <a:ext cx="8503920" cy="384048"/>
          </a:xfrm>
          <a:prstGeom prst="rect">
            <a:avLst/>
          </a:prstGeom>
          <a:solidFill>
            <a:srgbClr val="0A1628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C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20240" y="7772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다크 네이비 그라디언트 (#060B12 → #0D1B2A) + 미세 격자 패턴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179576"/>
            <a:ext cx="8503920" cy="384048"/>
          </a:xfrm>
          <a:prstGeom prst="rect">
            <a:avLst/>
          </a:prstGeom>
          <a:solidFill>
            <a:srgbClr val="0D1E30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978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C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좌측 세로 바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20240" y="119786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너비 3~4px · 상단60% 골드(#E8C55B) · 하단40% 블루(#5AA8FF)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600200"/>
            <a:ext cx="8503920" cy="384048"/>
          </a:xfrm>
          <a:prstGeom prst="rect">
            <a:avLst/>
          </a:prstGeom>
          <a:solidFill>
            <a:srgbClr val="0A1628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184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C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큐브 로고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20240" y="161848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우상단 배치 (약 15×15mm) · 상단골드 / 좌블루 / 우다크 · N 텍스트 포함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020824"/>
            <a:ext cx="8503920" cy="384048"/>
          </a:xfrm>
          <a:prstGeom prst="rect">
            <a:avLst/>
          </a:prstGeom>
          <a:solidFill>
            <a:srgbClr val="0D1E30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03911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C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부분UV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20240" y="203911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큐브 로고 전체 영역 UV 처리 (UV 마스크 파일 별도 요청)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441448"/>
            <a:ext cx="8503920" cy="384048"/>
          </a:xfrm>
          <a:prstGeom prst="rect">
            <a:avLst/>
          </a:prstGeom>
          <a:solidFill>
            <a:srgbClr val="0A1628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5973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C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20240" y="245973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이원재 · Arial Black · 23px · #F1F5F9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862072"/>
            <a:ext cx="8503920" cy="384048"/>
          </a:xfrm>
          <a:prstGeom prst="rect">
            <a:avLst/>
          </a:prstGeom>
          <a:solidFill>
            <a:srgbClr val="0D1E30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8803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C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영문명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20240" y="28803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 WON-JAE · Arial · 9px · #475569 · 자간 3.5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282696"/>
            <a:ext cx="8503920" cy="384048"/>
          </a:xfrm>
          <a:prstGeom prst="rect">
            <a:avLst/>
          </a:prstGeom>
          <a:solidFill>
            <a:srgbClr val="0A1628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30098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C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20240" y="330098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대표이사 · Founder · Arial Bold · 10px · #E8C55B (골드)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703320"/>
            <a:ext cx="8503920" cy="384048"/>
          </a:xfrm>
          <a:prstGeom prst="rect">
            <a:avLst/>
          </a:prstGeom>
          <a:solidFill>
            <a:srgbClr val="0D1E30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7216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C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배지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20240" y="372160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Profile® · Arial Bold · 6px · #7C5BF0 (퍼플) · 배지 형태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4123944"/>
            <a:ext cx="8503920" cy="384048"/>
          </a:xfrm>
          <a:prstGeom prst="rect">
            <a:avLst/>
          </a:prstGeom>
          <a:solidFill>
            <a:srgbClr val="0A1628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1422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C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슬로건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20240" y="414223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First. Prediction Follows. · 이탤릭 · 8px · #4A7FA8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4544568"/>
            <a:ext cx="8503920" cy="384048"/>
          </a:xfrm>
          <a:prstGeom prst="rect">
            <a:avLst/>
          </a:prstGeom>
          <a:solidFill>
            <a:srgbClr val="0D1E30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5628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C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연락처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920240" y="456285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 · 10px · #94A3B8 · 전화(골드점) 이메일(블루점) 웹(퍼플점)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C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5AA8FF"/>
          </a:solidFill>
          <a:ln w="12700">
            <a:solidFill>
              <a:srgbClr val="5AA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A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뒷면 디자인 명세 (BACK)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58952"/>
            <a:ext cx="8503920" cy="347472"/>
          </a:xfrm>
          <a:prstGeom prst="rect">
            <a:avLst/>
          </a:prstGeom>
          <a:solidFill>
            <a:srgbClr val="0A1628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920240" y="77724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다크 네이비 그라디언트 (#07090F → #0A1118)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8503920" cy="347472"/>
          </a:xfrm>
          <a:prstGeom prst="rect">
            <a:avLst/>
          </a:prstGeom>
          <a:solidFill>
            <a:srgbClr val="0D1E30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6128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상단 가로 바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920240" y="1161288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높이 3px · 1/3 골드(#E8C55B) · 1/3 블루(#5AA8FF) · 1/3 퍼플(#7C5BF0)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527048"/>
            <a:ext cx="8503920" cy="347472"/>
          </a:xfrm>
          <a:prstGeom prst="rect">
            <a:avLst/>
          </a:prstGeom>
          <a:solidFill>
            <a:srgbClr val="0A1628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4533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큐브 로고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920240" y="1545336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좌상단 배치 (약 10×10mm) · N 텍스트 포함 · 골드/블루/다크 3면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1911096"/>
            <a:ext cx="8503920" cy="347472"/>
          </a:xfrm>
          <a:prstGeom prst="rect">
            <a:avLst/>
          </a:prstGeom>
          <a:solidFill>
            <a:srgbClr val="0D1E30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92938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워드마크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920240" y="192938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N-KAI · Arial Black · 20px · #F1F5F9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295144"/>
            <a:ext cx="8503920" cy="347472"/>
          </a:xfrm>
          <a:prstGeom prst="rect">
            <a:avLst/>
          </a:prstGeom>
          <a:solidFill>
            <a:srgbClr val="0A1628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3134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서브텍스트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920240" y="231343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Neurin Kairos AI · Arial · 6px · #475569 · 한 줄 표기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679192"/>
            <a:ext cx="8503920" cy="347472"/>
          </a:xfrm>
          <a:prstGeom prst="rect">
            <a:avLst/>
          </a:prstGeom>
          <a:solidFill>
            <a:srgbClr val="0D1E30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6974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3면 배지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920240" y="269748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▲PREDICT(골드) · ◀DATA(블루) · ▶ORIGIN(다크) · 모노스페이스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3063240"/>
            <a:ext cx="8503920" cy="347472"/>
          </a:xfrm>
          <a:prstGeom prst="rect">
            <a:avLst/>
          </a:prstGeom>
          <a:solidFill>
            <a:srgbClr val="0A1628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08152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코드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920240" y="3081528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우상단 배치 (약 14×14mm) · URL: neurinkairosai.com · ★ 동적QR 교체 필요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447288"/>
            <a:ext cx="8503920" cy="347472"/>
          </a:xfrm>
          <a:prstGeom prst="rect">
            <a:avLst/>
          </a:prstGeom>
          <a:solidFill>
            <a:srgbClr val="0D1E30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6557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회사명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20240" y="3465576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뉴린카이로스에이아이(주) · Arial · 6.5px · #94A3B8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831336"/>
            <a:ext cx="8503920" cy="347472"/>
          </a:xfrm>
          <a:prstGeom prst="rect">
            <a:avLst/>
          </a:prstGeom>
          <a:solidFill>
            <a:srgbClr val="0A1628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84962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사업자번호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20240" y="3849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172-87-03400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4215384"/>
            <a:ext cx="8503920" cy="347472"/>
          </a:xfrm>
          <a:prstGeom prst="rect">
            <a:avLst/>
          </a:prstGeom>
          <a:solidFill>
            <a:srgbClr val="0D1E30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2336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슬로건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920240" y="423367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First. Prediction Follows. · 이탤릭 · #4A7FA8 (은은하게)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4599432"/>
            <a:ext cx="8503920" cy="347472"/>
          </a:xfrm>
          <a:prstGeom prst="rect">
            <a:avLst/>
          </a:prstGeom>
          <a:solidFill>
            <a:srgbClr val="0A1628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6177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Profile®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920240" y="461772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뒷면 하단 좌측 · #3D5A7A · 은은하게 처리 (가까이 봐야 보이는 디테일)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C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5BF0"/>
          </a:solidFill>
          <a:ln w="12700">
            <a:solidFill>
              <a:srgbClr val="7C5B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5B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인쇄소 체크리스트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64592" cy="164592"/>
          </a:xfrm>
          <a:prstGeom prst="ellipse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509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C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052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규격 확인: 90×50mm (재단선 포함 94×54mm)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399032"/>
            <a:ext cx="164592" cy="164592"/>
          </a:xfrm>
          <a:prstGeom prst="ellipse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898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C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1344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CMYK 변환: RGB → CMYK 색상 프로파일 변환 필수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837944"/>
            <a:ext cx="164592" cy="164592"/>
          </a:xfrm>
          <a:prstGeom prst="ellipse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288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C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1783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해상도: 300dpi 이상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76856"/>
            <a:ext cx="164592" cy="164592"/>
          </a:xfrm>
          <a:prstGeom prst="ellipse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6771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C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2221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용지: 350g 아트지 무광(매트) 양면 코팅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15768"/>
            <a:ext cx="164592" cy="164592"/>
          </a:xfrm>
          <a:prstGeom prst="ellipse">
            <a:avLst/>
          </a:prstGeom>
          <a:solidFill>
            <a:srgbClr val="E8C55B"/>
          </a:solidFill>
          <a:ln w="12700">
            <a:solidFill>
              <a:srgbClr val="E8C5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066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C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26609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C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부분UV: 앞면 큐브 로고 영역만 UV 처리 / UV 마스크 파일(흑백) 별도 제공 필요 → 크몽 디자이너에게 함께 요청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154680"/>
            <a:ext cx="164592" cy="164592"/>
          </a:xfrm>
          <a:prstGeom prst="ellipse">
            <a:avLst/>
          </a:prstGeom>
          <a:solidFill>
            <a:srgbClr val="E8C55B"/>
          </a:solidFill>
          <a:ln w="12700">
            <a:solidFill>
              <a:srgbClr val="E8C5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14553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C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099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C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코드: 실제 동적 QR 이미지로 교체 후 최종 파일 확정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593592"/>
            <a:ext cx="164592" cy="164592"/>
          </a:xfrm>
          <a:prstGeom prst="ellipse">
            <a:avLst/>
          </a:prstGeom>
          <a:solidFill>
            <a:srgbClr val="E8C55B"/>
          </a:solidFill>
          <a:ln w="12700">
            <a:solidFill>
              <a:srgbClr val="E8C5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5844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C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3538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C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블리드: 재단선 외곽 2mm 여유분 배경색 연장 확인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32504"/>
            <a:ext cx="164592" cy="164592"/>
          </a:xfrm>
          <a:prstGeom prst="ellipse">
            <a:avLst/>
          </a:prstGeom>
          <a:solidFill>
            <a:srgbClr val="E8C55B"/>
          </a:solidFill>
          <a:ln w="12700">
            <a:solidFill>
              <a:srgbClr val="E8C5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2336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C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C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교정지: 인쇄 전 교정 출력 요청 (색상 최종 확인)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471416"/>
            <a:ext cx="164592" cy="164592"/>
          </a:xfrm>
          <a:prstGeom prst="ellipse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4622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C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4416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별색: 없음 (4도 CMYK만 사용)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C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C55B"/>
          </a:solidFill>
          <a:ln w="12700">
            <a:solidFill>
              <a:srgbClr val="E8C5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C5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컬러 바 &amp; 테두리 배열 시각화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▌앞면 좌측 세로 바 (FRONT — LEFT ACCENT BAR)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201168" cy="1371600"/>
          </a:xfrm>
          <a:prstGeom prst="rect">
            <a:avLst/>
          </a:prstGeom>
          <a:solidFill>
            <a:srgbClr val="E8C55B"/>
          </a:solidFill>
          <a:ln w="12700">
            <a:solidFill>
              <a:srgbClr val="E8C5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395728"/>
            <a:ext cx="201168" cy="914400"/>
          </a:xfrm>
          <a:prstGeom prst="rect">
            <a:avLst/>
          </a:prstGeom>
          <a:solidFill>
            <a:srgbClr val="5AA8FF"/>
          </a:solidFill>
          <a:ln w="12700">
            <a:solidFill>
              <a:srgbClr val="5AA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241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너비: 3~4px  |  세로 전체 높이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2984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상단 60%  —  GOLD  #E8C55B  |  CMYK: C5 M18 Y70 K0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2359152"/>
            <a:ext cx="68580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85800" y="24231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하단 40%  —  BLUE  #5AA8FF  |  CMYK: C64 M28 Y0 K0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017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▬ 뒷면 상단 가로 바 (BACK — TOP COLOR BAR)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364992"/>
            <a:ext cx="2286000" cy="292608"/>
          </a:xfrm>
          <a:prstGeom prst="rect">
            <a:avLst/>
          </a:prstGeom>
          <a:solidFill>
            <a:srgbClr val="E8C55B"/>
          </a:solidFill>
          <a:ln w="12700">
            <a:solidFill>
              <a:srgbClr val="E8C5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3364992"/>
            <a:ext cx="2286000" cy="292608"/>
          </a:xfrm>
          <a:prstGeom prst="rect">
            <a:avLst/>
          </a:prstGeom>
          <a:solidFill>
            <a:srgbClr val="5AA8FF"/>
          </a:solidFill>
          <a:ln w="12700">
            <a:solidFill>
              <a:srgbClr val="5AA8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3364992"/>
            <a:ext cx="2286000" cy="292608"/>
          </a:xfrm>
          <a:prstGeom prst="rect">
            <a:avLst/>
          </a:prstGeom>
          <a:solidFill>
            <a:srgbClr val="7C5BF0"/>
          </a:solidFill>
          <a:ln w="12700">
            <a:solidFill>
              <a:srgbClr val="7C5B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33832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높이: 3px  |  가로 전체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371246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C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1/3  GOLD  #E8C55B  CMYK: C5 M18 Y70 K0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697480" y="371246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1/3  BLUE  #5AA8FF  CMYK: C64 M28 Y0 K0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83480" y="371246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5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1/3  PURPLE  #7C5BF0  CMYK: C74 M62 Y0 K0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4480560"/>
            <a:ext cx="8412480" cy="274320"/>
          </a:xfrm>
          <a:prstGeom prst="rect">
            <a:avLst/>
          </a:prstGeom>
          <a:solidFill>
            <a:srgbClr val="0D1E30"/>
          </a:solidFill>
          <a:ln w="6350">
            <a:solidFill>
              <a:srgbClr val="E8C55B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4805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색상 변환 주의: 화면 RGB 컬러를 반드시 CMYK로 변환 후 인쇄. 특히 GOLD(#E8C55B)는 인쇄 시 채도 차이가 발생할 수 있으므로 교정지 확인 필수.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2026-03-20T02:11:16Z</dcterms:created>
  <dcterms:modified xsi:type="dcterms:W3CDTF">2026-03-20T02:11:16Z</dcterms:modified>
</cp:coreProperties>
</file>